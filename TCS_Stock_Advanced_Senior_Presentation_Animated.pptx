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TCS Stock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5E7EB"/>
                </a:solidFill>
              </a:rPr>
              <a:t>Financial Analytics | Ritesh Deepak Mengade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164" y="1828799"/>
            <a:ext cx="8858250" cy="301466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End-to-end stock market analysis using Python and Power BI to evaluate price trends, volatility, and investment signals.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Business Objective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4033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Business Objectives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824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historical stock price performance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Analyze volatility and return patterns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 trend direction and momentum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data-driven investment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2520"/>
            <a:ext cx="34740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Analytical Approach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4495740"/>
            <a:ext cx="5618333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Time-series preprocessing and validation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engineering for returns and trends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SQL-backed data consistency checks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BI financial dashboard creation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 analytics for market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Advanced Dashboard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3775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Key Features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6748322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KPI monitoring and interactive filtering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Time-series trend analysis for performance tracking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Top-N entity analysis for concentration insights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Advanced visual analytics for pattern detection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validation and data quality checks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Executive-ready visual storytelling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Key Insights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7408" y="1740694"/>
            <a:ext cx="30897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937"/>
                </a:solidFill>
              </a:rPr>
              <a:t>Strategic Findings</a:t>
            </a:r>
            <a:r>
              <a:rPr lang="en-US" sz="2800" b="1" dirty="0">
                <a:solidFill>
                  <a:srgbClr val="1F2937"/>
                </a:solidFill>
              </a:rPr>
              <a:t> :-</a:t>
            </a:r>
            <a:endParaRPr sz="2800" b="1" dirty="0">
              <a:solidFill>
                <a:srgbClr val="1F29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334170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shows identifiable long-term trend phases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Volatility clusters during market stress periods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 momentum provides actionable signals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supports quick investor assessment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 extensible for predictive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Prepared by Ritesh Deepak Mengade | Data Analyst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48A4-ADF8-A053-26AF-FC57B7E4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2650"/>
          </a:xfrm>
        </p:spPr>
        <p:txBody>
          <a:bodyPr/>
          <a:lstStyle/>
          <a:p>
            <a:r>
              <a:rPr lang="en-US" dirty="0"/>
              <a:t>TCS Stock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B9D60B-EDE6-D1FE-8AEA-BA761F3D3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" y="1315705"/>
            <a:ext cx="8615364" cy="51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3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4B7E-1818-9F3F-9A7B-A0DBD4B3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ToolTip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8BE09-7D02-5439-C7D4-BDF95B6DE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543050"/>
            <a:ext cx="8015287" cy="504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11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172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TCS Stock Analysis</vt:lpstr>
      <vt:lpstr>Scatter ToolTip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Ritesh Mengade</cp:lastModifiedBy>
  <cp:revision>3</cp:revision>
  <dcterms:created xsi:type="dcterms:W3CDTF">2013-01-27T09:14:16Z</dcterms:created>
  <dcterms:modified xsi:type="dcterms:W3CDTF">2026-02-17T13:14:40Z</dcterms:modified>
  <cp:category/>
</cp:coreProperties>
</file>